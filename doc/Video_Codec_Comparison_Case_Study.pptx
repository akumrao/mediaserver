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f8a0e62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6f8a0e629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f8a0e629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6f8a0e6293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8a0e629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6f8a0e6293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Study: Video Compression Codecs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VP8, VP9, AV1, H.264, H.265, H.266</a:t>
            </a:r>
            <a:r>
              <a:rPr lang="en-US"/>
              <a:t>+</a:t>
            </a:r>
            <a:r>
              <a:rPr lang="en-US">
                <a:solidFill>
                  <a:srgbClr val="888888"/>
                </a:solidFill>
              </a:rPr>
              <a:t>A</a:t>
            </a:r>
            <a:r>
              <a:rPr lang="en-US"/>
              <a:t>I</a:t>
            </a:r>
            <a:r>
              <a:rPr lang="en-US">
                <a:solidFill>
                  <a:srgbClr val="888888"/>
                </a:solidFill>
              </a:rPr>
              <a:t> Comparison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VP8, VP9, AV1, H.264, H.265, AI with </a:t>
            </a:r>
            <a:r>
              <a:rPr lang="en-US"/>
              <a:t>H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.26</a:t>
            </a:r>
            <a:r>
              <a:rPr lang="en-US"/>
              <a:t>5/H.266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video codecs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efficiency, complexity, licensing,</a:t>
            </a:r>
            <a:r>
              <a:rPr lang="en-US"/>
              <a:t> </a:t>
            </a:r>
            <a:r>
              <a:rPr lang="en-US"/>
              <a:t>compression</a:t>
            </a:r>
            <a:r>
              <a:rPr lang="en-US"/>
              <a:t> with AI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use cases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Target: Streaming, mobile playback, conferencing</a:t>
            </a:r>
            <a:r>
              <a:rPr lang="en-US"/>
              <a:t>, mobile and cctv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Setup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Resolution: 1080p and 4K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Types: Animation, Sports, Interviews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Encoders: x264, x265, libvpx, libaom, SVT-AV1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Metrics: PSNR, SSIM, VMAF, Bitrate, CPU usage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Codec Performance Summary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VP8: Baseline, fast encode, low quality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VP9: 30-40% better than VP8, moderate load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AV1: Best compression, high compute load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H.264: Fast, widely supported, patent-licensed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H.265: High efficiency, more patents, supported in Apple/TV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Bitrate Efficiency 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H.264: ~3500 kbps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H.265: ~1800 kbps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VP8: ~4000 kbps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VP9: ~2200 kbps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AV1: ~1600 kbps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Encoding Time Comparison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H.264: 1× (baseline)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VP8: 0.8× (fast)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H.265: 1.5×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VP9: 2×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AV1: 10–20× (very slow)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and Browser Support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VP8: WebRTC, Chrome, Firefox (legacy)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VP9: Chrome, Android, YouTube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AV1: Netflix, YouTube, newer devices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H.264: Universal hardware/software support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H.265: iOS, Safari, Apple TV+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Licensing Overview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VP8 / VP9 / AV1: Royalty-free (Google / AOMedia)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H.264: MPEG-LA licensed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H.265: MPEG-LA, HEVC Advance, Velos Media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 of H.265 + AI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Smart Compression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Faster Encoding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Storage/Transmission Efficiency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Enhanced Visual Quality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Surveillance: Edge AI + HEVC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• Smart CCTV use case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• AI with edge devices for: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Object detection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ROI-based encoding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• AI used for: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Content analysis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Region-based encoding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Neural filtering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• Result: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- 35% bandwidth reduction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Better VMAF scores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- 20% faster encoding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- 50% storage savings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- 40% cloud cost reduction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Outlook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AI in VVC (H.266), AV1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Codec-agnostic optimizations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Suitable for mobile, IoT, and low-bandwidth use cases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Repository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ffmpeg and gstreamer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x264 anx x265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Alliance for Open Media (AV1)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x264/x265/libvpx/libaom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